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5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03"/>
  </p:normalViewPr>
  <p:slideViewPr>
    <p:cSldViewPr snapToGrid="0" snapToObjects="1">
      <p:cViewPr varScale="1">
        <p:scale>
          <a:sx n="127" d="100"/>
          <a:sy n="127" d="100"/>
        </p:scale>
        <p:origin x="1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" cy="4937760"/>
          </a:xfrm>
          <a:prstGeom prst="rect">
            <a:avLst/>
          </a:prstGeom>
          <a:solidFill>
            <a:srgbClr val="3F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4980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3E2C"/>
                </a:solidFill>
                <a:latin typeface="Aptos Display"/>
              </a:rPr>
              <a:t>FastPheno Project Update</a:t>
            </a:r>
          </a:p>
          <a:p>
            <a:r>
              <a:rPr sz="1800">
                <a:solidFill>
                  <a:srgbClr val="3F6B44"/>
                </a:solidFill>
                <a:latin typeface="Aptos"/>
              </a:rPr>
              <a:t>Static dashboard for plant physiology data exploration</a:t>
            </a:r>
          </a:p>
          <a:p>
            <a:r>
              <a:rPr sz="1300">
                <a:solidFill>
                  <a:srgbClr val="5C5C5C"/>
                </a:solidFill>
                <a:latin typeface="Aptos"/>
              </a:rPr>
              <a:t>Current progress summary for professor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43200"/>
            <a:ext cx="6766560" cy="262450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/>
              <a:t>Integrates </a:t>
            </a:r>
            <a:r>
              <a:rPr lang="en-CA" dirty="0"/>
              <a:t>censor data into </a:t>
            </a:r>
            <a:r>
              <a:rPr dirty="0"/>
              <a:t>one browser-based interface.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/>
              <a:t>Uses derived CSVs plus a single static HTML dashboard for lightweight local exploration.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/>
              <a:t>Focus so far: make the research data easy to browse, compare, and present.</a:t>
            </a:r>
            <a:endParaRPr lang="en-CA" dirty="0"/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Prototype complete on a portion of the </a:t>
            </a:r>
            <a:r>
              <a:rPr lang="en-CA" dirty="0" err="1"/>
              <a:t>FastPheno</a:t>
            </a:r>
            <a:r>
              <a:rPr lang="en-CA" dirty="0"/>
              <a:t> database that can be worked on locally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32688" y="56235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5C5C"/>
                </a:solidFill>
                <a:latin typeface="Aptos"/>
              </a:rPr>
              <a:t>Felix Tran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7498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1E9E1"/>
                </a:solidFill>
                <a:latin typeface="Aptos"/>
              </a:rPr>
              <a:t>What the project is and 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219456"/>
            <a:ext cx="713232" cy="310896"/>
          </a:xfrm>
          <a:prstGeom prst="roundRect">
            <a:avLst/>
          </a:prstGeom>
          <a:solidFill>
            <a:srgbClr val="5E8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94960" cy="284045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The current build covers four major data domains: weather, reflectance, chlorophyll fluorescence, and predawn water potential.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/>
              <a:t>The main goal is to turn raw data into an interactive tool for inspection, comparison, and presentation.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/>
              <a:t>The tool is designed for researcher-friendly use: lightweight, local, and easy to demo without backend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2240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224028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856232"/>
            <a:ext cx="2020824" cy="22128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4 sensor domains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1 standalone HTML application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Derived browser-ready CSV exports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Local demo with no backend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55664"/>
            <a:ext cx="8412480" cy="18288"/>
          </a:xfrm>
          <a:prstGeom prst="rect">
            <a:avLst/>
          </a:prstGeom>
          <a:solidFill>
            <a:srgbClr val="C6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6492240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5C5C"/>
                </a:solidFill>
                <a:latin typeface="Aptos"/>
              </a:rPr>
              <a:t>FastPheno project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7498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1E9E1"/>
                </a:solidFill>
                <a:latin typeface="Aptos"/>
              </a:rPr>
              <a:t>Why the project uses a static dashboard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219456"/>
            <a:ext cx="713232" cy="310896"/>
          </a:xfrm>
          <a:prstGeom prst="roundRect">
            <a:avLst/>
          </a:prstGeom>
          <a:solidFill>
            <a:srgbClr val="5E8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>
                <a:solidFill>
                  <a:srgbClr val="FFFFFF"/>
                </a:solidFill>
                <a:latin typeface="Aptos"/>
              </a:rPr>
              <a:t>3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0604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Input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10512"/>
            <a:ext cx="2386584" cy="184708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Folder-based III_db_final source data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Multiple domains and years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Different raw CSV structures by sensor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37160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73552" y="1371600"/>
            <a:ext cx="260604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Preparation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10512"/>
            <a:ext cx="2386584" cy="184708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Python script consolidates source files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Keeps only viz-ready browser fields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Normalizes site and date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37160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44184" y="1371600"/>
            <a:ext cx="260604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Frontend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810512"/>
            <a:ext cx="2386584" cy="184708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Single fastpheno-dashboard.html entry point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PapaParse + Tabulator + Chart.js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Runs from a local HTTP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7863840" cy="6894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This static approach minimizes setup complexity and makes the prototype easy to share and version-control.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55664"/>
            <a:ext cx="8412480" cy="18288"/>
          </a:xfrm>
          <a:prstGeom prst="rect">
            <a:avLst/>
          </a:prstGeom>
          <a:solidFill>
            <a:srgbClr val="C6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6492240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5C5C"/>
                </a:solidFill>
                <a:latin typeface="Aptos"/>
              </a:rPr>
              <a:t>FastPheno project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1B8E0F-1D46-D6A9-DCAC-277DE81F75AA}"/>
              </a:ext>
            </a:extLst>
          </p:cNvPr>
          <p:cNvSpPr txBox="1"/>
          <p:nvPr/>
        </p:nvSpPr>
        <p:spPr>
          <a:xfrm>
            <a:off x="3416439" y="3075057"/>
            <a:ext cx="2311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4376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What the dashboard can do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7498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1E9E1"/>
                </a:solidFill>
                <a:latin typeface="Aptos"/>
              </a:rPr>
              <a:t>Main user-facing functionality already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219456"/>
            <a:ext cx="713232" cy="310896"/>
          </a:xfrm>
          <a:prstGeom prst="roundRect">
            <a:avLst/>
          </a:prstGeom>
          <a:solidFill>
            <a:srgbClr val="5E8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794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79476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rgbClr val="263E2C"/>
                </a:solidFill>
                <a:latin typeface="Aptos"/>
              </a:rPr>
              <a:t>Core Functionality</a:t>
            </a:r>
            <a:endParaRPr sz="1200" b="1" dirty="0">
              <a:solidFill>
                <a:srgbClr val="263E2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1764792"/>
            <a:ext cx="3575304" cy="1636923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Visualization from different censors </a:t>
            </a: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Single-day detail and date-range chart modes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Site filtering for PIK and PIN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Variable-only metric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25880"/>
            <a:ext cx="3794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325880"/>
            <a:ext cx="379476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Compare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764792"/>
            <a:ext cx="3575304" cy="103881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Reflectance supports site/date comparison</a:t>
            </a:r>
            <a:endParaRPr lang="en-CA" dirty="0"/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Predawn WP uses date-only comparison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Selected series can be downloaded as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3794760" cy="2295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749039"/>
            <a:ext cx="379476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187951"/>
            <a:ext cx="3575304" cy="120700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All four sensor areas include metadata panels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Metadata comes from editable markdown files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Panels are presentation-friendly and consistent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749039"/>
            <a:ext cx="3794760" cy="2295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3749039"/>
            <a:ext cx="379476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Interaction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4187951"/>
            <a:ext cx="3575304" cy="128657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Home screen </a:t>
            </a:r>
            <a:r>
              <a:rPr lang="en-CA" dirty="0"/>
              <a:t>matches the database ERD</a:t>
            </a: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Controls adapt to the selected sensor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Browser-only workflow simplifies </a:t>
            </a:r>
            <a:r>
              <a:rPr lang="en-CA" dirty="0"/>
              <a:t>application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65760" y="6455664"/>
            <a:ext cx="8412480" cy="18288"/>
          </a:xfrm>
          <a:prstGeom prst="rect">
            <a:avLst/>
          </a:prstGeom>
          <a:solidFill>
            <a:srgbClr val="C6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492240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5C5C"/>
                </a:solidFill>
                <a:latin typeface="Aptos"/>
              </a:rPr>
              <a:t>FastPheno project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Design decisions and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7498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1E9E1"/>
                </a:solidFill>
                <a:latin typeface="Aptos"/>
              </a:rPr>
              <a:t>What was optimized in the first 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219456"/>
            <a:ext cx="713232" cy="310896"/>
          </a:xfrm>
          <a:prstGeom prst="roundRect">
            <a:avLst/>
          </a:prstGeom>
          <a:solidFill>
            <a:srgbClr val="5E8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>
                <a:solidFill>
                  <a:srgbClr val="FFFFFF"/>
                </a:solidFill>
                <a:latin typeface="Aptos"/>
              </a:rPr>
              <a:t>6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65760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3438144" cy="22128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Fast local preview with minimal infrastructure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Clear site/date comparisons for campaign data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Faithful access to original measurement rows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Consistent UI patterns across sensors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63040"/>
            <a:ext cx="3840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463040"/>
            <a:ext cx="3840480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901952"/>
            <a:ext cx="3621024" cy="93621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Current interface is still hosted locally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Not all long-term domains are represented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00600"/>
            <a:ext cx="7635240" cy="7315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This should be framed as a strong research prototype: the data model and interaction pattern are proven, while broader integration remains future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455664"/>
            <a:ext cx="8412480" cy="18288"/>
          </a:xfrm>
          <a:prstGeom prst="rect">
            <a:avLst/>
          </a:prstGeom>
          <a:solidFill>
            <a:srgbClr val="C6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6492240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5C5C"/>
                </a:solidFill>
                <a:latin typeface="Aptos"/>
              </a:rPr>
              <a:t>FastPheno project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7498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1E9E1"/>
                </a:solidFill>
                <a:latin typeface="Aptos"/>
              </a:rPr>
              <a:t>What would most improve the project after this milestone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219456"/>
            <a:ext cx="713232" cy="310896"/>
          </a:xfrm>
          <a:prstGeom prst="roundRect">
            <a:avLst/>
          </a:prstGeom>
          <a:solidFill>
            <a:srgbClr val="5E8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>
                <a:solidFill>
                  <a:srgbClr val="FFFFFF"/>
                </a:solidFill>
                <a:latin typeface="Aptos"/>
              </a:rPr>
              <a:t>7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749039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749039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Short-term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3529583" cy="17820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Accessing the full </a:t>
            </a:r>
            <a:r>
              <a:rPr lang="en-CA" dirty="0" err="1"/>
              <a:t>FastPheno</a:t>
            </a:r>
            <a:r>
              <a:rPr lang="en-CA" dirty="0"/>
              <a:t> database for visualization</a:t>
            </a: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Refine presentation polish for lab meetings and demos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Prepare interface for hosting on lab computers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709160" y="1463040"/>
            <a:ext cx="3749039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463040"/>
            <a:ext cx="3749039" cy="347472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3E2C"/>
                </a:solidFill>
                <a:latin typeface="Aptos"/>
              </a:rPr>
              <a:t>Possible future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901952"/>
            <a:ext cx="3529583" cy="202985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dirty="0"/>
              <a:t>Small API/backend</a:t>
            </a:r>
            <a:r>
              <a:rPr lang="en-CA" dirty="0"/>
              <a:t> </a:t>
            </a:r>
            <a:r>
              <a:rPr dirty="0"/>
              <a:t>if the dashboard becomes a shared team tool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Build intermediary structure to house interface-ready data -&gt; hosting available on cloud</a:t>
            </a:r>
            <a:endParaRPr dirty="0"/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lang="en-CA" dirty="0"/>
              <a:t>Expand authentication to support user-level actions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65760" y="6455664"/>
            <a:ext cx="8412480" cy="18288"/>
          </a:xfrm>
          <a:prstGeom prst="rect">
            <a:avLst/>
          </a:prstGeom>
          <a:solidFill>
            <a:srgbClr val="C6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492240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5C5C"/>
                </a:solidFill>
                <a:latin typeface="Aptos"/>
              </a:rPr>
              <a:t>FastPheno project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506</Words>
  <Application>Microsoft Macintosh PowerPoint</Application>
  <PresentationFormat>On-screen Show (4:3)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Felix Tran</cp:lastModifiedBy>
  <cp:revision>3</cp:revision>
  <dcterms:created xsi:type="dcterms:W3CDTF">2013-01-27T09:14:16Z</dcterms:created>
  <dcterms:modified xsi:type="dcterms:W3CDTF">2026-07-25T20:06:58Z</dcterms:modified>
  <cp:category/>
</cp:coreProperties>
</file>